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6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7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7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68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0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86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91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2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5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70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41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5002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37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73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53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43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21025"/>
            <a:ext cx="8513379" cy="26971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Recipe AI – Smart Ingredient based Recipe finder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9001"/>
            <a:ext cx="8355724" cy="2447596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Name </a:t>
            </a:r>
            <a:r>
              <a:rPr lang="en-US" dirty="0"/>
              <a:t>: NITHUVARSHINI K</a:t>
            </a:r>
          </a:p>
          <a:p>
            <a:pPr marL="0" indent="0" algn="ctr">
              <a:buNone/>
            </a:pPr>
            <a:r>
              <a:rPr dirty="0"/>
              <a:t>Date</a:t>
            </a:r>
            <a:r>
              <a:rPr lang="en-US" dirty="0"/>
              <a:t> : 24.09.2025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655" y="630620"/>
            <a:ext cx="8812924" cy="59751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800" dirty="0"/>
              <a:t>• Problem description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Difficulty in </a:t>
            </a:r>
            <a:r>
              <a:rPr lang="en-US" sz="1800" b="1" dirty="0"/>
              <a:t>deciding</a:t>
            </a:r>
            <a:r>
              <a:rPr lang="en-US" sz="1800" dirty="0"/>
              <a:t> </a:t>
            </a:r>
            <a:r>
              <a:rPr lang="en-US" sz="1800" b="1" dirty="0"/>
              <a:t>what to cook</a:t>
            </a:r>
            <a:r>
              <a:rPr lang="en-US" sz="1800" dirty="0"/>
              <a:t> with limited available ingredients.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Manual recipe search is </a:t>
            </a:r>
            <a:r>
              <a:rPr lang="en-US" sz="1800" b="1" dirty="0"/>
              <a:t>time-consuming and frustrating</a:t>
            </a:r>
            <a:r>
              <a:rPr lang="en-US" sz="1800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Recipes online often </a:t>
            </a:r>
            <a:r>
              <a:rPr lang="en-US" sz="1800" b="1" dirty="0"/>
              <a:t>don’t match ingredients at home</a:t>
            </a:r>
            <a:r>
              <a:rPr lang="en-US" sz="1800" dirty="0"/>
              <a:t>, forcing extra purchases.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Leads to </a:t>
            </a:r>
            <a:r>
              <a:rPr lang="en-US" sz="1800" b="1" dirty="0"/>
              <a:t>food wastage</a:t>
            </a:r>
            <a:r>
              <a:rPr lang="en-US" sz="1800" dirty="0"/>
              <a:t> when unused ingredients expire.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800" dirty="0"/>
              <a:t>• Importance of the problem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Leads to </a:t>
            </a:r>
            <a:r>
              <a:rPr lang="en-US" sz="1800" b="1" dirty="0"/>
              <a:t>food wastage</a:t>
            </a:r>
            <a:r>
              <a:rPr lang="en-US" sz="1800" dirty="0"/>
              <a:t> when unused ingredients expire.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Optimizes </a:t>
            </a:r>
            <a:r>
              <a:rPr lang="en-US" sz="1800" b="1" dirty="0"/>
              <a:t>cost efficiency</a:t>
            </a:r>
            <a:r>
              <a:rPr lang="en-US" sz="1800" dirty="0"/>
              <a:t> by reducing the need to buy extra items.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Busy lifestyles</a:t>
            </a:r>
            <a:r>
              <a:rPr lang="en-US" sz="1800" dirty="0"/>
              <a:t> make traditional recipe searching inefficient and impractical.</a:t>
            </a:r>
          </a:p>
          <a:p>
            <a:pPr>
              <a:buFont typeface="Courier New" panose="02070309020205020404" pitchFamily="49" charset="0"/>
              <a:buChar char="o"/>
            </a:pPr>
            <a:endParaRPr sz="1800" dirty="0"/>
          </a:p>
          <a:p>
            <a:pPr marL="0" indent="0">
              <a:buNone/>
            </a:pPr>
            <a:r>
              <a:rPr sz="2800" dirty="0"/>
              <a:t>• Who is affected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Students &amp; working professionals</a:t>
            </a:r>
            <a:r>
              <a:rPr lang="en-US" sz="1800" dirty="0"/>
              <a:t> – who have limited time and random ingredients.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Home cooks</a:t>
            </a:r>
            <a:r>
              <a:rPr lang="en-US" sz="1800" dirty="0"/>
              <a:t> struggling to decide what to cook daily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People with budget constraints</a:t>
            </a:r>
            <a:r>
              <a:rPr lang="en-US" sz="1800" dirty="0"/>
              <a:t> who want to maximize ingredient use.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421" y="1261241"/>
            <a:ext cx="8765627" cy="5423337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sz="2800" dirty="0"/>
              <a:t>Clear goals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Provide </a:t>
            </a:r>
            <a:r>
              <a:rPr lang="en-US" sz="1800" b="1" dirty="0"/>
              <a:t>personalized recipe suggestions</a:t>
            </a:r>
            <a:r>
              <a:rPr lang="en-US" sz="1800" dirty="0"/>
              <a:t> based on ingredients users already have.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Reduce </a:t>
            </a:r>
            <a:r>
              <a:rPr lang="en-US" sz="1800" b="1" dirty="0"/>
              <a:t>food wastage</a:t>
            </a:r>
            <a:r>
              <a:rPr lang="en-US" sz="1800" dirty="0"/>
              <a:t> by recommending recipes that use available ingredients.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Enable </a:t>
            </a:r>
            <a:r>
              <a:rPr lang="en-US" sz="1800" b="1" dirty="0"/>
              <a:t>quick decision-making</a:t>
            </a:r>
            <a:r>
              <a:rPr lang="en-US" sz="1800" dirty="0"/>
              <a:t> for users with limited time.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Integrate </a:t>
            </a:r>
            <a:r>
              <a:rPr lang="en-US" sz="1800" b="1" dirty="0"/>
              <a:t>AI reasoning</a:t>
            </a:r>
            <a:r>
              <a:rPr lang="en-US" sz="1800" dirty="0"/>
              <a:t> to explain why a recipe is suggested.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Provide </a:t>
            </a:r>
            <a:r>
              <a:rPr lang="en-US" sz="1800" b="1" dirty="0"/>
              <a:t>ingredient match percentage</a:t>
            </a:r>
            <a:r>
              <a:rPr lang="en-US" sz="1800" dirty="0"/>
              <a:t> to prioritize best-fit recipes.</a:t>
            </a:r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2800" dirty="0"/>
              <a:t>• Expected outcomes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Users can </a:t>
            </a:r>
            <a:r>
              <a:rPr lang="en-US" sz="1800" b="1" dirty="0"/>
              <a:t>find recipes quickly</a:t>
            </a:r>
            <a:r>
              <a:rPr lang="en-US" sz="1800" dirty="0"/>
              <a:t> without searching manually.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Reduction in </a:t>
            </a:r>
            <a:r>
              <a:rPr lang="en-US" sz="1800" b="1" dirty="0"/>
              <a:t>unused ingredients</a:t>
            </a:r>
            <a:r>
              <a:rPr lang="en-US" sz="1800" dirty="0"/>
              <a:t> at home.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Users can </a:t>
            </a:r>
            <a:r>
              <a:rPr lang="en-US" sz="1800" b="1" dirty="0"/>
              <a:t>save and revisit favorite recipes</a:t>
            </a:r>
            <a:r>
              <a:rPr lang="en-US" sz="1800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AI provides </a:t>
            </a:r>
            <a:r>
              <a:rPr lang="en-US" sz="1800" b="1" dirty="0"/>
              <a:t>transparent reasoning</a:t>
            </a:r>
            <a:r>
              <a:rPr lang="en-US" sz="1800" dirty="0"/>
              <a:t> behind recipe matches.</a:t>
            </a:r>
          </a:p>
          <a:p>
            <a:pPr>
              <a:buFont typeface="Courier New" panose="02070309020205020404" pitchFamily="49" charset="0"/>
              <a:buChar char="o"/>
            </a:pPr>
            <a:endParaRPr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6A34FE-9F7E-2ACD-7402-8E7F40ADB602}"/>
              </a:ext>
            </a:extLst>
          </p:cNvPr>
          <p:cNvSpPr txBox="1"/>
          <p:nvPr/>
        </p:nvSpPr>
        <p:spPr>
          <a:xfrm>
            <a:off x="483079" y="551179"/>
            <a:ext cx="7884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OBJECTIVES</a:t>
            </a:r>
            <a:endParaRPr lang="en-IN" sz="3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655" y="425668"/>
            <a:ext cx="8844455" cy="630620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sz="2800" dirty="0"/>
              <a:t>• Existing solutions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Cookbooks &amp; printed guides</a:t>
            </a:r>
            <a:r>
              <a:rPr lang="en-US" sz="1800" dirty="0"/>
              <a:t> – physical recipe books organized by cuisine, diet, or occasion.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 err="1"/>
              <a:t>Youtube</a:t>
            </a:r>
            <a:r>
              <a:rPr lang="en-US" sz="1800" b="1" dirty="0"/>
              <a:t> &amp; video tutorials </a:t>
            </a:r>
            <a:r>
              <a:rPr lang="en-US" sz="1800" dirty="0"/>
              <a:t>– people watch cooking videos and pick recipes manually.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Popular recipe apps (Allrecipes, Yummly, Tasty) </a:t>
            </a:r>
            <a:r>
              <a:rPr lang="en-US" sz="1800" dirty="0"/>
              <a:t>- suggest recipes based on keyword search or pre-set filters.</a:t>
            </a:r>
            <a:endParaRPr lang="en-IN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2800" dirty="0"/>
              <a:t>• Their limitations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Limited ingredient reasoning</a:t>
            </a:r>
            <a:r>
              <a:rPr lang="en-US" sz="1800" dirty="0"/>
              <a:t> – most apps just match keywords, not combinations.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No personalized AI suggestions</a:t>
            </a:r>
            <a:r>
              <a:rPr lang="en-IN" sz="1800" dirty="0"/>
              <a:t> – minimal adaptation to user preferences.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Overwhelming choices</a:t>
            </a:r>
            <a:r>
              <a:rPr lang="en-US" sz="1800" dirty="0"/>
              <a:t> – many recipes, but no smart ranking or match score.</a:t>
            </a:r>
            <a:endParaRPr lang="en-IN" sz="1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Lack of reasoning/explanation</a:t>
            </a:r>
            <a:r>
              <a:rPr lang="en-US" sz="1800" dirty="0"/>
              <a:t> – users don’t know </a:t>
            </a:r>
            <a:r>
              <a:rPr lang="en-US" sz="1800" i="1" dirty="0"/>
              <a:t>why</a:t>
            </a:r>
            <a:r>
              <a:rPr lang="en-US" sz="1800" dirty="0"/>
              <a:t> a recipe is recommended.</a:t>
            </a:r>
          </a:p>
          <a:p>
            <a:pPr>
              <a:buFont typeface="Courier New" panose="02070309020205020404" pitchFamily="49" charset="0"/>
              <a:buChar char="o"/>
            </a:pPr>
            <a:endParaRPr sz="1800" dirty="0"/>
          </a:p>
          <a:p>
            <a:pPr marL="0" indent="0">
              <a:buNone/>
            </a:pPr>
            <a:r>
              <a:rPr sz="2800" dirty="0"/>
              <a:t>• Improvement areas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Dynamic AI scoring</a:t>
            </a:r>
            <a:r>
              <a:rPr lang="en-US" sz="1800" dirty="0"/>
              <a:t> – rank recipes based on </a:t>
            </a:r>
            <a:r>
              <a:rPr lang="en-US" sz="1800" b="1" dirty="0"/>
              <a:t>ingredient match, cooking time, and diet preferences</a:t>
            </a:r>
            <a:r>
              <a:rPr lang="en-US" sz="1800" dirty="0"/>
              <a:t>, not just keyword search.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Reasoning transparency</a:t>
            </a:r>
            <a:r>
              <a:rPr lang="en-US" sz="1800" dirty="0"/>
              <a:t> – show </a:t>
            </a:r>
            <a:r>
              <a:rPr lang="en-US" sz="1800" b="1" dirty="0"/>
              <a:t>why a recipe fits</a:t>
            </a:r>
            <a:r>
              <a:rPr lang="en-US" sz="1800" dirty="0"/>
              <a:t>, helping users make smarter choices.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Creative substitutions</a:t>
            </a:r>
            <a:r>
              <a:rPr lang="en-IN" sz="1800" dirty="0"/>
              <a:t> – suggest viable ingredient alternatives to maximize pantry utilization.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421" y="1213945"/>
            <a:ext cx="8797158" cy="54706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800" dirty="0"/>
              <a:t>• Tools and technologies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dirty="0"/>
              <a:t>Front End – HTML , CSS , JavaScript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dirty="0"/>
              <a:t>Data handling and Storage – Local storage , JSON</a:t>
            </a:r>
          </a:p>
          <a:p>
            <a:pPr>
              <a:buFont typeface="Courier New" panose="02070309020205020404" pitchFamily="49" charset="0"/>
              <a:buChar char="o"/>
            </a:pPr>
            <a:endParaRPr sz="1800" dirty="0"/>
          </a:p>
          <a:p>
            <a:pPr marL="0" indent="0">
              <a:buNone/>
            </a:pPr>
            <a:r>
              <a:rPr sz="2800" dirty="0"/>
              <a:t>• Step-by-step approach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1800" b="1" dirty="0"/>
              <a:t>User Input:</a:t>
            </a:r>
            <a:r>
              <a:rPr lang="en-US" sz="1800" dirty="0"/>
              <a:t> Collect available ingredients, optional filters (cuisine, diet, cooking time).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b="1" dirty="0"/>
              <a:t>Normalize Data:</a:t>
            </a:r>
            <a:r>
              <a:rPr lang="en-US" sz="1800" dirty="0"/>
              <a:t> Convert ingredients and filter values to lowercase for consistency.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b="1" dirty="0"/>
              <a:t>Filter Recipes: </a:t>
            </a:r>
            <a:r>
              <a:rPr lang="en-US" sz="1800" dirty="0"/>
              <a:t>Apply </a:t>
            </a:r>
            <a:r>
              <a:rPr lang="en-IN" sz="1800" dirty="0"/>
              <a:t>cuisine, diet, and time </a:t>
            </a:r>
            <a:r>
              <a:rPr lang="en-US" sz="1800" dirty="0"/>
              <a:t>filters to the recipe dataset.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b="1" dirty="0"/>
              <a:t>Match Ingredients: </a:t>
            </a:r>
            <a:r>
              <a:rPr lang="en-US" sz="1800" dirty="0"/>
              <a:t>Compare user ingredients with recipe ingredients using sets.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b="1" dirty="0"/>
              <a:t>Score Recipes:</a:t>
            </a:r>
            <a:r>
              <a:rPr lang="en-US" sz="1800" dirty="0"/>
              <a:t> Calculate match percentage and generate reasoning/hints.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b="1" dirty="0"/>
              <a:t>Sort &amp; Select Top Recipes:</a:t>
            </a:r>
            <a:r>
              <a:rPr lang="en-US" sz="1800" dirty="0"/>
              <a:t> Pick the top 3 recipes based on match score.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b="1" dirty="0"/>
              <a:t>Display Results:</a:t>
            </a:r>
            <a:r>
              <a:rPr lang="en-US" sz="1800" dirty="0"/>
              <a:t> Render recipe cards with save/view functionality and reasoning.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b="1" dirty="0"/>
              <a:t>User Actions:</a:t>
            </a:r>
            <a:r>
              <a:rPr lang="en-US" sz="1800" dirty="0"/>
              <a:t> Save recipes to </a:t>
            </a:r>
            <a:r>
              <a:rPr lang="en-US" sz="1800" dirty="0" err="1"/>
              <a:t>localStorage</a:t>
            </a:r>
            <a:r>
              <a:rPr lang="en-US" sz="1800" dirty="0"/>
              <a:t>, view full recipe modal.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b="1" dirty="0"/>
              <a:t>Dynamic Updates:</a:t>
            </a:r>
            <a:r>
              <a:rPr lang="en-US" sz="1800" dirty="0"/>
              <a:t> Update saved recipes sidebar and advisor hints.</a:t>
            </a:r>
            <a:endParaRPr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81916-46F9-A25D-17E8-DD8AC57798D1}"/>
              </a:ext>
            </a:extLst>
          </p:cNvPr>
          <p:cNvSpPr txBox="1"/>
          <p:nvPr/>
        </p:nvSpPr>
        <p:spPr>
          <a:xfrm>
            <a:off x="327804" y="430410"/>
            <a:ext cx="8281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APPROACH</a:t>
            </a:r>
            <a:endParaRPr lang="en-IN" sz="32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93520-68B1-5E39-9CD7-A17AE0A8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030" y="401767"/>
            <a:ext cx="6377940" cy="1293028"/>
          </a:xfrm>
        </p:spPr>
        <p:txBody>
          <a:bodyPr>
            <a:normAutofit/>
          </a:bodyPr>
          <a:lstStyle/>
          <a:p>
            <a:r>
              <a:rPr lang="en-IN" dirty="0"/>
              <a:t>Architecture diagram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E7931-2A70-1314-3012-57858672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8281"/>
            <a:ext cx="9144000" cy="553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734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275" y="930166"/>
            <a:ext cx="8816197" cy="57294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800" dirty="0"/>
              <a:t>• Implementation details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Frontend:</a:t>
            </a:r>
            <a:r>
              <a:rPr lang="en-US" sz="1800" dirty="0"/>
              <a:t> HTML, CSS, and JavaScript for UI.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Recipe Cards:</a:t>
            </a:r>
            <a:r>
              <a:rPr lang="en-US" sz="1800" dirty="0"/>
              <a:t> Dynamically created using JS based on matched ingredients.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Ingredient Selection:</a:t>
            </a:r>
            <a:r>
              <a:rPr lang="en-US" sz="1800" dirty="0"/>
              <a:t> Users select available ingredients; filters for cuisine, diet, and cooking time.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AI Reasoning:</a:t>
            </a:r>
            <a:r>
              <a:rPr lang="en-US" sz="1800" dirty="0"/>
              <a:t> Generates match percentage, missing ingredients, and advisor hints for recipes.</a:t>
            </a:r>
          </a:p>
          <a:p>
            <a:pPr>
              <a:buFont typeface="Courier New" panose="02070309020205020404" pitchFamily="49" charset="0"/>
              <a:buChar char="o"/>
            </a:pPr>
            <a:endParaRPr sz="1800" dirty="0"/>
          </a:p>
          <a:p>
            <a:pPr marL="0" indent="0">
              <a:buNone/>
            </a:pPr>
            <a:r>
              <a:rPr sz="2800" dirty="0"/>
              <a:t>• Algorithms/models used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Ingredient Match Checker</a:t>
            </a:r>
            <a:r>
              <a:rPr lang="en-US" sz="1800" dirty="0"/>
              <a:t> – Compares selected ingredients with each recipe to identify exact and partial matches.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Recipe Scoring Engine</a:t>
            </a:r>
            <a:r>
              <a:rPr lang="en-US" sz="1800" dirty="0"/>
              <a:t> – Calculates match percentage and ranks recipes from highest to lowest relevance.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Reasoning Generator</a:t>
            </a:r>
            <a:r>
              <a:rPr lang="en-US" sz="1800" dirty="0"/>
              <a:t> – Produces a human-readable explanation for each recommendation (why it’s a good match).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Dynamic Filter Processor</a:t>
            </a:r>
            <a:r>
              <a:rPr lang="en-US" sz="1800" dirty="0"/>
              <a:t> – Applies cuisine, diet, and cooking time filters in real-time.</a:t>
            </a:r>
            <a:endParaRPr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76F2B4-6C07-FC1B-8C58-48DBB0B0C621}"/>
              </a:ext>
            </a:extLst>
          </p:cNvPr>
          <p:cNvSpPr txBox="1"/>
          <p:nvPr/>
        </p:nvSpPr>
        <p:spPr>
          <a:xfrm>
            <a:off x="409903" y="345391"/>
            <a:ext cx="7914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IMPLEMENTATION</a:t>
            </a:r>
            <a:endParaRPr lang="en-IN" sz="32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527" y="1308538"/>
            <a:ext cx="8833449" cy="5420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Results</a:t>
            </a:r>
            <a:r>
              <a:rPr lang="en-IN" sz="2800" dirty="0"/>
              <a:t>(System Output)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Recipes recommended based on user-selected ingredients.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Match percentage displayed for each recipe (e.g., “80% match”).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Users can save recipes as favorites using local storage.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/>
          </a:p>
          <a:p>
            <a:pPr marL="0" indent="0">
              <a:buNone/>
            </a:pPr>
            <a:r>
              <a:rPr lang="en-IN" sz="2800" dirty="0"/>
              <a:t>• Metrics</a:t>
            </a:r>
            <a:r>
              <a:rPr lang="en-US" sz="2800" dirty="0"/>
              <a:t>(How You Measure Its Effectiveness)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Recipe Match Coverage</a:t>
            </a:r>
            <a:r>
              <a:rPr lang="en-US" sz="1800" dirty="0"/>
              <a:t> → How many recipes are suggested per given input.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Accuracy of Filtering</a:t>
            </a:r>
            <a:r>
              <a:rPr lang="en-US" sz="1800" dirty="0"/>
              <a:t> → Whether applying “Italian” only shows Italian recipes.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User Convenience</a:t>
            </a:r>
            <a:r>
              <a:rPr lang="en-US" sz="1800" dirty="0"/>
              <a:t> → Recipes appear instantly (low response time).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Scalability check</a:t>
            </a:r>
            <a:r>
              <a:rPr lang="en-US" sz="1800" dirty="0"/>
              <a:t> → System still works smoothly as more recipes are added.</a:t>
            </a:r>
            <a:endParaRPr sz="2800" dirty="0"/>
          </a:p>
          <a:p>
            <a:pPr marL="0" indent="0">
              <a:buNone/>
            </a:pPr>
            <a:endParaRPr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0C7EBF-4F85-9692-2A67-6202CE8364CF}"/>
              </a:ext>
            </a:extLst>
          </p:cNvPr>
          <p:cNvSpPr txBox="1"/>
          <p:nvPr/>
        </p:nvSpPr>
        <p:spPr>
          <a:xfrm>
            <a:off x="457200" y="450042"/>
            <a:ext cx="7756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RESULTS</a:t>
            </a:r>
            <a:endParaRPr lang="en-IN" sz="3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81" y="1008993"/>
            <a:ext cx="8775290" cy="56572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800" dirty="0"/>
              <a:t>• Where this solution applies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Home Cooking:</a:t>
            </a:r>
            <a:r>
              <a:rPr lang="en-US" sz="1800" dirty="0"/>
              <a:t> Helps individuals or families decide what to cook based on available ingredients.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Educational Platforms:</a:t>
            </a:r>
            <a:r>
              <a:rPr lang="en-US" sz="1800" dirty="0"/>
              <a:t> Cooking classes or culinary schools can use it to demonstrate ingredient combinations and recipe suggestions.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Smart Kitchen Devices:</a:t>
            </a:r>
            <a:r>
              <a:rPr lang="en-US" sz="1800" dirty="0"/>
              <a:t> Can be embedded in smart fridges or IoT kitchen devices to suggest recipes based on stored ingredients.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Space Missions / Remote Environments:</a:t>
            </a:r>
            <a:r>
              <a:rPr lang="en-US" sz="1800" dirty="0"/>
              <a:t> Astronauts or researchers with limited ingredients can get optimized meal suggestions.</a:t>
            </a:r>
          </a:p>
          <a:p>
            <a:pPr>
              <a:buFont typeface="Courier New" panose="02070309020205020404" pitchFamily="49" charset="0"/>
              <a:buChar char="o"/>
            </a:pPr>
            <a:endParaRPr sz="1800" dirty="0"/>
          </a:p>
          <a:p>
            <a:pPr marL="0" indent="0">
              <a:buNone/>
            </a:pPr>
            <a:r>
              <a:rPr sz="2800" dirty="0"/>
              <a:t>• Benefits to users or society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Reduces Food Waste:</a:t>
            </a:r>
            <a:r>
              <a:rPr lang="en-US" sz="1800" dirty="0"/>
              <a:t> Suggests recipes based on what users already have, minimizing unused ingredients.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Saves Time &amp; Effort:</a:t>
            </a:r>
            <a:r>
              <a:rPr lang="en-US" sz="1800" dirty="0"/>
              <a:t> Quickly narrows down recipe options instead of browsing multiple cookbooks or websites.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Promotes Culinary Exploration:</a:t>
            </a:r>
            <a:r>
              <a:rPr lang="en-US" sz="1800" dirty="0"/>
              <a:t> Introduces users to new cuisines, cooking techniques, and flavor combinations.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Supports Sustainable Living:</a:t>
            </a:r>
            <a:r>
              <a:rPr lang="en-US" sz="1800" dirty="0"/>
              <a:t> By using locally available or leftover ingredients, it encourages smarter consumption habits.</a:t>
            </a:r>
            <a:endParaRPr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2D4EF-EAF9-421C-D015-6FE403ACDA1E}"/>
              </a:ext>
            </a:extLst>
          </p:cNvPr>
          <p:cNvSpPr txBox="1"/>
          <p:nvPr/>
        </p:nvSpPr>
        <p:spPr>
          <a:xfrm>
            <a:off x="457200" y="424218"/>
            <a:ext cx="7914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IMPACT</a:t>
            </a:r>
            <a:endParaRPr lang="en-IN" sz="3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275" y="1261241"/>
            <a:ext cx="8867955" cy="54501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800" dirty="0"/>
              <a:t>• Obstacles encountered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Matching</a:t>
            </a:r>
            <a:r>
              <a:rPr lang="en-US" sz="1800" dirty="0"/>
              <a:t> user ingredients with recipes dynamically </a:t>
            </a:r>
            <a:r>
              <a:rPr lang="en-US" sz="1800" b="1" dirty="0"/>
              <a:t>without false positives</a:t>
            </a:r>
            <a:r>
              <a:rPr lang="en-US" sz="1800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Normalizing ingredient</a:t>
            </a:r>
            <a:r>
              <a:rPr lang="en-US" sz="1800" dirty="0"/>
              <a:t> </a:t>
            </a:r>
            <a:r>
              <a:rPr lang="en-US" sz="1800" b="1" dirty="0"/>
              <a:t>names</a:t>
            </a:r>
            <a:r>
              <a:rPr lang="en-US" sz="1800" dirty="0"/>
              <a:t> (like “tomato” vs “Tomatoes”) for accurate matching.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Ensuring filters </a:t>
            </a:r>
            <a:r>
              <a:rPr lang="en-US" sz="1800" dirty="0"/>
              <a:t>(cuisine, diet, cooking time) work correctly together.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Implementing </a:t>
            </a:r>
            <a:r>
              <a:rPr lang="en-US" sz="1800" b="1" dirty="0"/>
              <a:t>save/</a:t>
            </a:r>
            <a:r>
              <a:rPr lang="en-US" sz="1800" b="1" dirty="0" err="1"/>
              <a:t>unsave</a:t>
            </a:r>
            <a:r>
              <a:rPr lang="en-US" sz="1800" b="1" dirty="0"/>
              <a:t> functionality </a:t>
            </a:r>
            <a:r>
              <a:rPr lang="en-US" sz="1800" dirty="0"/>
              <a:t>that persists reliably using </a:t>
            </a:r>
            <a:r>
              <a:rPr lang="en-US" sz="1800" b="1" dirty="0" err="1"/>
              <a:t>localStorage</a:t>
            </a:r>
            <a:r>
              <a:rPr lang="en-US" sz="1800" b="1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endParaRPr sz="1800" dirty="0"/>
          </a:p>
          <a:p>
            <a:pPr marL="0" indent="0">
              <a:buNone/>
            </a:pPr>
            <a:r>
              <a:rPr sz="2800" dirty="0"/>
              <a:t>• Known limitations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AI reasoning is basic</a:t>
            </a:r>
            <a:r>
              <a:rPr lang="en-US" sz="1800" dirty="0"/>
              <a:t>—it doesn’t predict substitutions or suggest alternative ingredients.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Only works with the </a:t>
            </a:r>
            <a:r>
              <a:rPr lang="en-US" sz="1800" b="1" dirty="0"/>
              <a:t>predefined recipe dataset, </a:t>
            </a:r>
            <a:r>
              <a:rPr lang="en-US" sz="1800" dirty="0"/>
              <a:t>adding new recipes requires manual updates.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Filter options are limited</a:t>
            </a:r>
            <a:r>
              <a:rPr lang="en-US" sz="1800" dirty="0"/>
              <a:t> to cuisine, diet, and cooking time; no advanced dietary considerations.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Does not handle </a:t>
            </a:r>
            <a:r>
              <a:rPr lang="en-US" sz="1800" b="1" dirty="0"/>
              <a:t>multi-language ingredients </a:t>
            </a:r>
            <a:r>
              <a:rPr lang="en-US" sz="1800" dirty="0"/>
              <a:t>or international variations in recipe names.</a:t>
            </a:r>
            <a:endParaRPr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85225-E1C2-6287-EED0-87AB43B47AE5}"/>
              </a:ext>
            </a:extLst>
          </p:cNvPr>
          <p:cNvSpPr txBox="1"/>
          <p:nvPr/>
        </p:nvSpPr>
        <p:spPr>
          <a:xfrm>
            <a:off x="425669" y="481573"/>
            <a:ext cx="8087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</a:t>
            </a:r>
            <a:endParaRPr lang="en-IN" sz="32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735" y="859946"/>
            <a:ext cx="8849033" cy="58800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800" dirty="0"/>
              <a:t>• Possible improvements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Adaptive Personalization:</a:t>
            </a:r>
            <a:r>
              <a:rPr lang="en-US" sz="1800" dirty="0"/>
              <a:t> Incorporate user history and preferences to suggest recipes based on previously selected or saved recipes.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Advanced Ingredient Matching:</a:t>
            </a:r>
            <a:r>
              <a:rPr lang="en-IN" sz="1800" dirty="0"/>
              <a:t> </a:t>
            </a:r>
            <a:r>
              <a:rPr lang="en-IN" sz="1800" dirty="0" err="1"/>
              <a:t>Suppo</a:t>
            </a:r>
            <a:r>
              <a:rPr lang="en-US" sz="1800" dirty="0"/>
              <a:t>rt partial matches, ingredient synonyms, and common substitutes (e.g., “bell pepper” = “capsicum”) to increase recipe relevance.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Enhanced Scoring Algorithm:</a:t>
            </a:r>
            <a:r>
              <a:rPr lang="en-US" sz="1800" dirty="0"/>
              <a:t> Include additional factors like seasonal availability, nutritional content, and user-defined priorities (e.g., low-calorie, high-protein).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sz="2800" dirty="0"/>
              <a:t>• Long-term vision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Full AI-Powered Kitchen Assistant:</a:t>
            </a:r>
            <a:r>
              <a:rPr lang="en-US" sz="1800" dirty="0"/>
              <a:t> Beyond recommending recipes, the system can suggest weekly meal plans, generate shopping lists, and optimize ingredient usage to minimize wastage.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Gamified Cooking Experience:</a:t>
            </a:r>
            <a:r>
              <a:rPr lang="en-US" sz="1800" dirty="0"/>
              <a:t> Reward users for trying new recipes, matching ingredients efficiently, or reducing waste.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Ingredient Inventory Tracking:</a:t>
            </a:r>
            <a:r>
              <a:rPr lang="en-US" sz="1800" dirty="0"/>
              <a:t> Keep a virtual pantry that updates as recipes are cooked to suggest what’s left or needs replenishing.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AI-Powered Cooking Assistant:</a:t>
            </a:r>
            <a:r>
              <a:rPr lang="en-US" sz="1800" dirty="0"/>
              <a:t> Provide step-by-step voice guidance, timers, and tips for a hands-free cooking experience.</a:t>
            </a:r>
            <a:endParaRPr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135521-637C-3848-DBCB-7C627F9251BE}"/>
              </a:ext>
            </a:extLst>
          </p:cNvPr>
          <p:cNvSpPr txBox="1"/>
          <p:nvPr/>
        </p:nvSpPr>
        <p:spPr>
          <a:xfrm>
            <a:off x="725214" y="275171"/>
            <a:ext cx="7520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FUTURE WORK</a:t>
            </a:r>
            <a:endParaRPr lang="en-IN" sz="32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729" y="1213944"/>
            <a:ext cx="8775290" cy="5481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Summary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Developed an </a:t>
            </a:r>
            <a:r>
              <a:rPr lang="en-US" sz="1800" b="1" dirty="0"/>
              <a:t>AI-powered recipe recommendation system</a:t>
            </a:r>
            <a:r>
              <a:rPr lang="en-US" sz="1800" dirty="0"/>
              <a:t> that matches user-provided ingredients with available recipes.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Dynamic scoring and reasoning:</a:t>
            </a:r>
            <a:r>
              <a:rPr lang="en-US" sz="1800" dirty="0"/>
              <a:t> Recipes scored based on ingredient match %, filters (cuisine, diet, time), and AI-generated reasoning.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Personalized hints:</a:t>
            </a:r>
            <a:r>
              <a:rPr lang="en-US" sz="1800" dirty="0"/>
              <a:t> AI suggests best recipes based on user’s input to reduce waste and optimize cooking choices.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sz="2800" dirty="0"/>
              <a:t>• Final thoughts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Simplifies meal planning </a:t>
            </a:r>
            <a:r>
              <a:rPr lang="en-US" sz="1800" dirty="0"/>
              <a:t>and </a:t>
            </a:r>
            <a:r>
              <a:rPr lang="en-US" sz="1800" b="1" dirty="0"/>
              <a:t>reduces ingredient wastage </a:t>
            </a:r>
            <a:r>
              <a:rPr lang="en-US" sz="1800" dirty="0"/>
              <a:t>by recommending practical recipes.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Lays the foundation for </a:t>
            </a:r>
            <a:r>
              <a:rPr lang="en-US" sz="1800" b="1" dirty="0"/>
              <a:t>future improvements</a:t>
            </a:r>
            <a:r>
              <a:rPr lang="en-US" sz="1800" dirty="0"/>
              <a:t>, such as adaptive personalization, recipe learning from user behavior, and integration with smart kitchen appliances.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Can be </a:t>
            </a:r>
            <a:r>
              <a:rPr lang="en-US" sz="1800" b="1" dirty="0"/>
              <a:t>expanded to broader applications</a:t>
            </a:r>
            <a:r>
              <a:rPr lang="en-US" sz="1800" dirty="0"/>
              <a:t>, from sustainable food systems to gamified cooking experiences.</a:t>
            </a:r>
            <a:endParaRPr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0A01C5-091A-AAA4-595E-543BDFBBA4B9}"/>
              </a:ext>
            </a:extLst>
          </p:cNvPr>
          <p:cNvSpPr txBox="1"/>
          <p:nvPr/>
        </p:nvSpPr>
        <p:spPr>
          <a:xfrm>
            <a:off x="614855" y="440708"/>
            <a:ext cx="77408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CONCLUSION</a:t>
            </a:r>
            <a:endParaRPr lang="en-IN" sz="32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 / 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800" dirty="0"/>
              <a:t>• Tools</a:t>
            </a: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Frontend:</a:t>
            </a:r>
            <a:r>
              <a:rPr lang="en-IN" sz="1800" dirty="0"/>
              <a:t> HTML, CSS, JavaScript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Backend Logic:</a:t>
            </a:r>
            <a:r>
              <a:rPr lang="en-US" sz="1800" dirty="0"/>
              <a:t> JavaScript for recipe matching, scoring, and AI reasoning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/>
              <a:t>Storage:</a:t>
            </a:r>
            <a:r>
              <a:rPr lang="en-US" sz="1800" dirty="0"/>
              <a:t> Browser </a:t>
            </a:r>
            <a:r>
              <a:rPr lang="en-US" sz="1800" dirty="0" err="1"/>
              <a:t>localStorage</a:t>
            </a:r>
            <a:r>
              <a:rPr lang="en-US" sz="1800" dirty="0"/>
              <a:t> for saving favorite recipes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Datasets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Recipe dataset manually created (includes recipe names, ingredients, cuisine, diet, cooking time, instructions)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Ingredients list manually curated for testing AI matching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339</TotalTime>
  <Words>1397</Words>
  <Application>Microsoft Office PowerPoint</Application>
  <PresentationFormat>On-screen Show (4:3)</PresentationFormat>
  <Paragraphs>140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Courier New</vt:lpstr>
      <vt:lpstr>Vapor Trail</vt:lpstr>
      <vt:lpstr>Recipe AI – Smart Ingredient based Recipe finder</vt:lpstr>
      <vt:lpstr>PowerPoint Presentation</vt:lpstr>
      <vt:lpstr>PowerPoint Presentation</vt:lpstr>
      <vt:lpstr>PowerPoint Presentation</vt:lpstr>
      <vt:lpstr>PowerPoint Presentation</vt:lpstr>
      <vt:lpstr>Architecture diagram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/ 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KAVITHA</dc:creator>
  <cp:keywords/>
  <dc:description>generated using python-pptx</dc:description>
  <cp:lastModifiedBy>Nithu Varshini</cp:lastModifiedBy>
  <cp:revision>43</cp:revision>
  <dcterms:created xsi:type="dcterms:W3CDTF">2013-01-27T09:14:16Z</dcterms:created>
  <dcterms:modified xsi:type="dcterms:W3CDTF">2025-09-27T01:00:04Z</dcterms:modified>
  <cp:category/>
</cp:coreProperties>
</file>